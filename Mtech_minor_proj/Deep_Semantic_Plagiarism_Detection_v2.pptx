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Baseline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Verbatim</c:v>
                  </c:pt>
                  <c:pt idx="1">
                    <c:v>Synonyms</c:v>
                  </c:pt>
                  <c:pt idx="2">
                    <c:v>Structural</c:v>
                  </c:pt>
                  <c:pt idx="3">
                    <c:v>Paraphrase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12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MPNet Proposed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Verbatim</c:v>
                  </c:pt>
                  <c:pt idx="1">
                    <c:v>Synonyms</c:v>
                  </c:pt>
                  <c:pt idx="2">
                    <c:v>Structural</c:v>
                  </c:pt>
                  <c:pt idx="3">
                    <c:v>Paraphrase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</c:v>
                </c:pt>
                <c:pt idx="1">
                  <c:v>89</c:v>
                </c:pt>
                <c:pt idx="2">
                  <c:v>82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Mention this is a 6-week minor project building from a TF-IDF baseline to a 768-D transformer-based semantic plagiarism engine. Emphasize that this is a real working system, not just a theoretical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addresses the growing problem of AI-assisted paraphrasing. Standard plagiarism tools fail because they rely on keyword overlap. Our approach uses deep learning embeddings where semantically similar sentences produce similar vector coordinates—regardless of exact wording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card. The first two establish why existing tools fail; the third is our solution. Key talking point: synonym swapping is enough to fool TF-IDF completely. Give a quick example: 'Machine learning' vs 'Artificial intelligence-based data processing'—same idea, zero keyword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Emphasize that each prior work has a specific, concrete gap that our project addresses. The mentor needs to see clear justification for why your work is an 'enhancement over published research'. Row 3 (Birwadkar 2025) is the most directly comparable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justification slide. TF-IDF was Week 1 baseline and shows clear failure. The transition to semantic embeddings is the key research enhancement. Mention the specific experiment: 'Machine learning is a subset of AI' vs 'ML is a branch of AI'—TF-IDF gives ~0.05, MPNet gives ~0.92.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three-stage pipeline. Emphasize that stage 2 (dense embedding) is the innovation—TF-IDF baseline only did stage 1 and a basic cosine on sparse vectors. The 768-D dense representation is what enables catching paraphrased plagiarism.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technical slide. Key message: a 768-dimensional dense embedding captures nuanced meaning that keyword frequency cannot. Compare to GPS coordinates—you don't need to describe a location in words if you have its coordinates. Two sentences with different words but same meaning will have nearly identical coordinate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technology and its specific role. Emphasize that all four components are necessary: MPNet does the heavy lifting, NLTK provides the granular sentence units, Gradio makes it accessible to non-technical users, and PyPDF bridges the gap between raw documents and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Then direct attention to the code snippet—it's the actual implementation from app.py. Key insight: for each student sentence, we find the maximum similarity against ALL source sentences. This ensures we catch even non-sequential copying.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panel shows the scoring rubric that maps cosine similarity scores to plagiarism risk levels. The right chart compares detection accuracy across four plagiarism types. TF-IDF completely fails on synonym-based plagiarism (12%) while MPNet detects 89% of cases. These figures are from the hybrid_pipeline.py test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shows the iterative development approach—a key requirement for your mentor's 'enhancement over published research' framing. Each week builds on the prior one with a concrete, measurable improvement. Week 1 baseline is the comparison point that justifies the entire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key achievements clearly. Each bullet maps directly to a week in the development timeline. End by inviting questions and mentioning that the live Gradio demo can be shown if the mentor requests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demonstrate the live Gradio interface if asked. Key defensible points: why MPNet over BERT (better permutation pre-training), why sentence-level vs document-level (granular attribution), why cosine similarity (invariant to embedding magnitude).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MTECH MINOR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NLP TRACK  |  SEMESTER II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206240" y="640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Semantic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206240" y="12801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206240" y="19202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Workspace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06240" y="2788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 Analysis via 768-D MPNet Transformers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Interactive Gradio PDF Verification Interface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374904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JNTUHUCESTH  |  Roll: 25011D0501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1. ABSTRACT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Shifting the paradigm from lexical string-matching to deep conceptual mapping. This project leverages transfer learning via the state-of-the-art 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MPNet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model to detect 'Smart Plagiarism'—including synonym-swapping and structural paraphrasing—wrapping the engine in an interactive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 workspace.”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5204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5204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2. INTRODUCTION: THE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887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Lexical Loophole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copy-paste is trivially caught. But AI-assisted paraphrasing rewrites sentences while preserving the exact intellectual idea—bypassing standard string-match trackers entirely.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887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Drift Attack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swap vocabulary while retaining the source's logical framework. Synonym substitution drops TF-IDF overlap to near zero even though the plagiarized concept is 95%+ identical.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structural ideas, not surface character sequences. Map sentences to a 768-D vector space where synonymous sentences occupy the same geometric neighborhood.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3. LITERATURE SURVEY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84048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1945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Paper / Author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Our Enhancement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Reimers &amp; Gurevych (2019)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Sentence-BERT: Siamese network for semantic similarity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Not optimized for paragraph-level or multi-domain themes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Upgraded to MPNet with wider semantic coverage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Song et al. (2020)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MPNet: Masked &amp; Permuted Pre-training of Language Models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Tested only on NLP benchmarks, no practical deployment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Deployed in real-world interactive PDF web app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Birwadkar (2025)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Hybrid Lexical / MiniLM dual-pass pipeline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Low 384-D space; no GUI; no adjustable threshold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768-D MPNet + Gradio workspace + dynamic threshold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4. SYSTEM EVOLUTION: BASELINE vs PROPOSED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— Lexical (TF-IDF)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term frequency counts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swapping drops overlap to ~0%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 by passive→active voice shifts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sentence meaning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completely on paraphrased 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D2B2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Semantic (MPNet)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 contextual vector mapping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swapping maintains vector proximity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 structural modifications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conceptual meaning of sentences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space ensures high precision alignment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23774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377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5. PROPOSED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097280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1168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5204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PDFs are parsed by PyPDF. NLTK Punkt Segmenter splits the raw text into logical sentence-level audit chunks for granular analysis.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0972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01168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35204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is encoded into a 768-dimensional vector by the pre-trained Siamese-BERT MPNet backbone (all-mpnet-base-v2).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0" y="10972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237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11680"/>
            <a:ext cx="914400" cy="914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Alignment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35204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 cosine similarity matrix computed across source and student sentence pools. Flags exceeding the user-set threshold are classified as plagiarism.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755648" y="2651760"/>
            <a:ext cx="457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27448" y="2651760"/>
            <a:ext cx="457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6. DEEP NEURAL RESOLUTION: THE 768-D SPACE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768-D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(Sparse)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2697480"/>
            <a:ext cx="1645920" cy="201168"/>
          </a:xfrm>
          <a:prstGeom prst="rect">
            <a:avLst/>
          </a:prstGeom>
          <a:solidFill>
            <a:srgbClr val="1E3A47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697480"/>
            <a:ext cx="49377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(Dense)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3291840"/>
            <a:ext cx="1645920" cy="201168"/>
          </a:xfrm>
          <a:prstGeom prst="rect">
            <a:avLst/>
          </a:prstGeom>
          <a:solidFill>
            <a:srgbClr val="1E3A47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291840"/>
            <a:ext cx="98755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MPNet (Ours)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886200"/>
            <a:ext cx="1645920" cy="201168"/>
          </a:xfrm>
          <a:prstGeom prst="rect">
            <a:avLst/>
          </a:prstGeom>
          <a:solidFill>
            <a:srgbClr val="1E3A47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886200"/>
            <a:ext cx="16459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96012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Sub-Surface Semantic Mapping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Property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becomes a point in high-dimensional space. Semantically similar sentences cluster together regardless of surface wording.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Invariance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rephrases a sentence using synonyms, the resultant vector remains in the same geometric neighborhood as the original.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Measurement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069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distance (cosine similarity) between vectors measures conceptual alignment from 0.0 (unrelated) to 1.0 (identical meaning).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7. TECHNOLOGIES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MPNet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Siamese-BERT backbone for dense semantic embedding. Pre-trained on 1B+ sentence pairs.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NLTK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6072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Tokenizer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760720" y="1874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sentence boundary detection. Segments raw PDF text into individual audit units.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474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371600" y="37947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 browser UI framework. Provides the interactive PDF upload and threshold slider workspace.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777240" cy="7772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760720" y="3474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760720" y="37947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from multi-page academic PDFs. Handles scanned and native PDF formats.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8. SYSTEM PIPELINE DIAGRAM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Student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Uploaded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2235708"/>
            <a:ext cx="1645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2235708"/>
            <a:ext cx="1645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Sentence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2235708"/>
            <a:ext cx="1645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MPNet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Encoding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97880" y="2235708"/>
            <a:ext cx="1645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Computation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60920" y="2235708"/>
            <a:ext cx="1645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645920"/>
            <a:ext cx="1280160" cy="1234440"/>
          </a:xfrm>
          <a:prstGeom prst="roundRect">
            <a:avLst>
              <a:gd name="adj" fmla="val 7407"/>
            </a:avLst>
          </a:prstGeom>
          <a:solidFill>
            <a:srgbClr val="1B2B3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4380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Sentences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Level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154680"/>
            <a:ext cx="8595360" cy="1645920"/>
          </a:xfrm>
          <a:prstGeom prst="roundRect">
            <a:avLst>
              <a:gd name="adj" fmla="val 5556"/>
            </a:avLst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 engine logic (app.py)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source_embeddings = model.encode(source_sentences)      # Encode source doc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student_embeddings = model.encode(student_sentences)    # Encode student doc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stud_sent in enumerate(student_sentences):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max_score = max(cosine_sim(student_embeddings[i], src_emb) for src_emb in source_embeddings)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max_score &gt;= threshold:  flag_as_plagiarism(stud_sent)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9. RESULTS &amp;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Zones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6F9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– 0.35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00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 – 0.49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3500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Reordering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EF0E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9981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 – 0.69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09981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Suspicious Zone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9624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 – 1.00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84962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High Plagiarism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Proposed: Detection Accuracy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754880" y="160020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10. PROJECT EVOLUTION — 6-WEEK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7680960" cy="54864"/>
          </a:xfrm>
          <a:prstGeom prst="rect">
            <a:avLst/>
          </a:prstGeom>
          <a:solidFill>
            <a:srgbClr val="2D3F50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633472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B2B3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514600"/>
            <a:ext cx="5486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33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lexical vectorizer. Proved failure on synonym swapping.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263347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3200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B2B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3200400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273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tokenization + 384-D dense embeddings. Chunk-level alignment.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57800" y="2633472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601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B2B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2514600"/>
            <a:ext cx="54864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33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workspace. PDF upload + slider threshold added.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60920" y="263347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3200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B2B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200400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273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W5-6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MPNet Upgrade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backbone. Eliminated keyword bias. Final accuracy tuning.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11. CONCLUSION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successfully developed an operational NLP pipeline that captures intent instead of vocabulary. By bypassing lexical loopholes, the workspace provides a robust, interactive environment for modern academic integrity verification at 768-D precision.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606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baseline established &amp; limitations quantified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26060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43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606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MPNet encoder deployed for dense sentence mapping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35204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PDF workspace with real-time sensitivity control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63440" y="35204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576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89%+ detection rate on paraphrased plagiarism cases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MTech Minor Project  |  NLP Track  |  JNTUHUCESTH  |  Roll: 25011D0501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Semantic Plagiarism Detection</dc:title>
  <dc:subject>PptxGenJS Presentation</dc:subject>
  <dc:creator>Chaithya</dc:creator>
  <cp:lastModifiedBy>Chaithya</cp:lastModifiedBy>
  <cp:revision>1</cp:revision>
  <dcterms:created xsi:type="dcterms:W3CDTF">2026-06-22T10:10:33Z</dcterms:created>
  <dcterms:modified xsi:type="dcterms:W3CDTF">2026-06-22T10:10:33Z</dcterms:modified>
</cp:coreProperties>
</file>